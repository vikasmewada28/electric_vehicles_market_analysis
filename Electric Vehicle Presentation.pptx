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60" r:id="rId2"/>
    <p:sldId id="261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3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702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207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9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78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977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320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03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562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840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4012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213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404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439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303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01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012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FBA393-9043-DAEC-FEFF-35174BDC2315}"/>
              </a:ext>
            </a:extLst>
          </p:cNvPr>
          <p:cNvSpPr txBox="1"/>
          <p:nvPr/>
        </p:nvSpPr>
        <p:spPr>
          <a:xfrm>
            <a:off x="203033" y="221400"/>
            <a:ext cx="4332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07137C-0838-BBAA-356B-179A44761772}"/>
              </a:ext>
            </a:extLst>
          </p:cNvPr>
          <p:cNvSpPr txBox="1"/>
          <p:nvPr/>
        </p:nvSpPr>
        <p:spPr>
          <a:xfrm>
            <a:off x="269206" y="744620"/>
            <a:ext cx="60970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8E46ED-246F-9F8A-A8C5-38D04E79BC26}"/>
              </a:ext>
            </a:extLst>
          </p:cNvPr>
          <p:cNvSpPr txBox="1"/>
          <p:nvPr/>
        </p:nvSpPr>
        <p:spPr>
          <a:xfrm>
            <a:off x="269206" y="1390678"/>
            <a:ext cx="9001126" cy="4304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6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sz="16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FFFF00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FFFF00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FFFF00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FFFF00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FFFF00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FFFF00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223499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8A56-68AE-E32F-55A2-DD4E81A42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F38AF9-9B44-0CD0-D564-6ECD8393EAAE}"/>
              </a:ext>
            </a:extLst>
          </p:cNvPr>
          <p:cNvSpPr txBox="1"/>
          <p:nvPr/>
        </p:nvSpPr>
        <p:spPr>
          <a:xfrm>
            <a:off x="203033" y="221400"/>
            <a:ext cx="4332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9208A-BD74-AA3F-5F01-FEA64E00A1AE}"/>
              </a:ext>
            </a:extLst>
          </p:cNvPr>
          <p:cNvSpPr txBox="1"/>
          <p:nvPr/>
        </p:nvSpPr>
        <p:spPr>
          <a:xfrm>
            <a:off x="203033" y="744620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BF957-447E-22C9-BEA1-6B11161407C8}"/>
              </a:ext>
            </a:extLst>
          </p:cNvPr>
          <p:cNvSpPr txBox="1"/>
          <p:nvPr/>
        </p:nvSpPr>
        <p:spPr>
          <a:xfrm>
            <a:off x="126861" y="1144730"/>
            <a:ext cx="11938278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0" i="0" dirty="0">
                <a:solidFill>
                  <a:srgbClr val="FFFF00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0" i="0" dirty="0">
                <a:solidFill>
                  <a:srgbClr val="FFFF00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pPr marL="742950" lvl="1" indent="-285750" algn="l">
              <a:buFont typeface="+mj-lt"/>
              <a:buAutoNum type="arabicPeriod"/>
            </a:pPr>
            <a:endParaRPr lang="en-US" sz="1400" b="0" i="0" dirty="0">
              <a:solidFill>
                <a:srgbClr val="FFFF00"/>
              </a:solidFill>
              <a:effectLst/>
            </a:endParaRPr>
          </a:p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0" i="0" dirty="0">
                <a:solidFill>
                  <a:srgbClr val="FFFF00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0" i="0" dirty="0">
                <a:solidFill>
                  <a:srgbClr val="FFFF00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pPr marL="742950" lvl="1" indent="-285750" algn="l">
              <a:buFont typeface="+mj-lt"/>
              <a:buAutoNum type="arabicPeriod"/>
            </a:pPr>
            <a:endParaRPr lang="en-US" sz="1400" b="0" i="0" dirty="0">
              <a:solidFill>
                <a:srgbClr val="FFFF00"/>
              </a:solidFill>
              <a:effectLst/>
            </a:endParaRPr>
          </a:p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0" i="0" dirty="0">
                <a:solidFill>
                  <a:srgbClr val="FFFF00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0" i="0" dirty="0">
                <a:solidFill>
                  <a:srgbClr val="FFFF00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pPr marL="742950" lvl="1" indent="-285750" algn="l">
              <a:buFont typeface="+mj-lt"/>
              <a:buAutoNum type="arabicPeriod"/>
            </a:pPr>
            <a:endParaRPr lang="en-US" sz="1400" b="0" i="0" dirty="0">
              <a:solidFill>
                <a:srgbClr val="FFFF00"/>
              </a:solidFill>
              <a:effectLst/>
            </a:endParaRPr>
          </a:p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0" i="0" dirty="0">
                <a:solidFill>
                  <a:srgbClr val="FFFF00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0" i="0" dirty="0">
                <a:solidFill>
                  <a:srgbClr val="FFFF00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pPr marL="742950" lvl="1" indent="-285750" algn="l">
              <a:buFont typeface="+mj-lt"/>
              <a:buAutoNum type="arabicPeriod"/>
            </a:pPr>
            <a:endParaRPr lang="en-US" sz="1400" b="0" i="0" dirty="0">
              <a:solidFill>
                <a:srgbClr val="FFFF00"/>
              </a:solidFill>
              <a:effectLst/>
            </a:endParaRPr>
          </a:p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0" i="0" dirty="0">
                <a:solidFill>
                  <a:srgbClr val="FFFF00"/>
                </a:solidFill>
                <a:effectLst/>
              </a:rPr>
              <a:t>Visualization: Tree map</a:t>
            </a:r>
            <a:endParaRPr lang="en-US" sz="1400" dirty="0">
              <a:solidFill>
                <a:srgbClr val="FFFF00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0" i="0" dirty="0">
                <a:solidFill>
                  <a:srgbClr val="FFFF00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4174605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A1024-7293-C68C-6D47-9B81B93D3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3D66DD-50A4-FA8E-88F6-1C0BFC44C8F6}"/>
              </a:ext>
            </a:extLst>
          </p:cNvPr>
          <p:cNvSpPr txBox="1"/>
          <p:nvPr/>
        </p:nvSpPr>
        <p:spPr>
          <a:xfrm>
            <a:off x="192959" y="144379"/>
            <a:ext cx="7712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FF00"/>
                </a:solidFill>
              </a:rPr>
              <a:t>SOFTWARES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13C400-851C-DD1A-6947-5B3F54765CF3}"/>
              </a:ext>
            </a:extLst>
          </p:cNvPr>
          <p:cNvSpPr txBox="1"/>
          <p:nvPr/>
        </p:nvSpPr>
        <p:spPr>
          <a:xfrm>
            <a:off x="327804" y="1366935"/>
            <a:ext cx="86487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1. MS OFFICE/ EXCEL: </a:t>
            </a:r>
            <a:r>
              <a:rPr lang="en-IN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2. 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</a:t>
            </a:r>
            <a:r>
              <a:rPr lang="en-IN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Dec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3339850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68</TotalTime>
  <Words>402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vikas mewada</cp:lastModifiedBy>
  <cp:revision>8</cp:revision>
  <dcterms:created xsi:type="dcterms:W3CDTF">2024-02-05T09:30:29Z</dcterms:created>
  <dcterms:modified xsi:type="dcterms:W3CDTF">2026-01-03T05:30:48Z</dcterms:modified>
</cp:coreProperties>
</file>